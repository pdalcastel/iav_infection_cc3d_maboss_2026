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76663-A772-435F-8EF0-38DAE865C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60A72-DDD7-4700-B19C-3742211B9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34EA2-6A14-4B69-8616-BD3882770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B4BE-9FE8-4B9E-8D31-48F15D32EED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EF0C2-60B1-42EB-8025-707B4434E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6A7BE-AE82-4180-91E2-230AD1A2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59C9-661A-431C-BCB5-946B17A8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69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A62BB-3CF5-4730-9D73-56172C5B7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87627-9DB8-4955-89D4-B1F4F96EF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6B727-5140-4307-86DE-17F95B5A7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B4BE-9FE8-4B9E-8D31-48F15D32EED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C59E1-92F8-48D9-8324-4E3401751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84808-D2C7-4125-A99E-32A5E90D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59C9-661A-431C-BCB5-946B17A8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0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CDBE0-9522-4650-9183-A0712B363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55B72-9AF5-48A6-AB53-2461AA8C8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0B019-68A3-4AB1-B66C-16CD625EC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B4BE-9FE8-4B9E-8D31-48F15D32EED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B9048-FC82-4334-9554-EB241B4D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3672C-DDBC-4274-972D-9EC1A2F33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59C9-661A-431C-BCB5-946B17A8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40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B709-482E-461D-B1C9-FC4942C11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51937-56C5-44FC-9A2E-30981623FB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42B8C-2033-431C-AB61-36BF4FFD0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A979C-4CC6-4250-AFBD-893214DA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B4BE-9FE8-4B9E-8D31-48F15D32EED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87BEE-FF22-453D-B281-29E919862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0ADB7-A32E-43B3-84D5-D32C06AAA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59C9-661A-431C-BCB5-946B17A8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286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6CD7A-ABB9-42F0-A3C9-A0A03CD59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9510F-48C7-462F-952B-CA10BB42D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52992-86BE-459F-92AC-CC5ADCD6F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CCDF08-FB33-4DE1-8B8A-A4D97368AA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AA3D17-D9F3-4230-B5BF-2609AF27CE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6FD820-D75C-4AF3-8584-95F9F545E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B4BE-9FE8-4B9E-8D31-48F15D32EED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9A3F3-C9DB-4B39-948D-CFD95B10E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683E2A-CEC6-4BD1-9EBA-975717229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59C9-661A-431C-BCB5-946B17A8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85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96FF2-E273-4181-A87F-C233DB64C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2FDDCC-D3AE-447D-9FD8-CFBB98049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B4BE-9FE8-4B9E-8D31-48F15D32EED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906E0C-DA0D-445D-960B-F2886B372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D79D9-90D6-4029-B68D-B8FC00032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59C9-661A-431C-BCB5-946B17A8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93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8F3134-2137-400D-92B9-BC62243B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B4BE-9FE8-4B9E-8D31-48F15D32EED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464373-81FB-4B16-8B5D-B8151D52E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FCB65-88D8-487D-AE07-63D75EFC7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59C9-661A-431C-BCB5-946B17A8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9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50BEB-7D11-465B-A1C8-C6BE1A312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A5A6-72DC-4052-A219-2504BD960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C79D3-637D-420E-A2B1-E855200DD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B9D36-2F0B-40A8-911A-A7D302BF0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B4BE-9FE8-4B9E-8D31-48F15D32EED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AE6DA-D901-4DC6-A3D2-5F0FCB896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E5ABB-DF5E-484E-B543-8645898F4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59C9-661A-431C-BCB5-946B17A8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954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23AE6-35BB-4EDC-AE0E-A782975CC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2F6FE0-E163-4230-8965-5223D5F287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AA5B9-1FB9-41C3-BFAC-C98D70F95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7EFDA-1606-4351-8552-809541A9A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B4BE-9FE8-4B9E-8D31-48F15D32EED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2689E-10AF-4C19-9F3A-89E05C721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97D64-BE73-42C3-A719-BBDEA93F9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59C9-661A-431C-BCB5-946B17A8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42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17764-77E9-4F13-B8A3-A60D59346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91591-BD33-4C36-AEB6-08DA49A48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7C9C9-FE21-46CD-ABB2-4B66AE84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B4BE-9FE8-4B9E-8D31-48F15D32EED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D050B-A9BD-4B22-A742-1591F00B3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49CD0-1624-4CE2-8CCC-13A3C9FC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59C9-661A-431C-BCB5-946B17A8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68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1230EA-1004-4C48-A981-1885F202C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72DB35-F7B2-42BF-83AE-0A6B99954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50E80-B768-49EF-B8AA-7752C1FD9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B4BE-9FE8-4B9E-8D31-48F15D32EED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85A64-6175-4406-AE11-F43ECCE80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416D0-ADEC-4345-AB4A-460E6D063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B59C9-661A-431C-BCB5-946B17A8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2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7A8155-5E73-4C88-891C-89523011E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F9C8D-28EB-488E-9651-B07305201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E1292-30B8-427F-96AF-DC253B27D4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1B4BE-9FE8-4B9E-8D31-48F15D32EED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2D9FF-211A-4188-A906-319C2FF855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232FC-BD46-4DF0-A337-57B2E84EC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B59C9-661A-431C-BCB5-946B17A8E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73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36CBA8-15EE-9661-2317-C9F3F803232E}"/>
              </a:ext>
            </a:extLst>
          </p:cNvPr>
          <p:cNvSpPr/>
          <p:nvPr/>
        </p:nvSpPr>
        <p:spPr>
          <a:xfrm>
            <a:off x="-377485" y="0"/>
            <a:ext cx="12569485" cy="68544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02A3A4-8424-CD5E-2A7F-1A46B9E95A15}"/>
              </a:ext>
            </a:extLst>
          </p:cNvPr>
          <p:cNvGrpSpPr/>
          <p:nvPr/>
        </p:nvGrpSpPr>
        <p:grpSpPr>
          <a:xfrm>
            <a:off x="4084317" y="0"/>
            <a:ext cx="8107683" cy="6550295"/>
            <a:chOff x="4084317" y="0"/>
            <a:chExt cx="8107683" cy="655029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087CC4F-15BD-462F-A0E6-34B482A34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4317" y="378070"/>
              <a:ext cx="4594860" cy="306324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2A76D4D-0117-407A-9853-B488E2650A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64"/>
            <a:stretch/>
          </p:blipFill>
          <p:spPr>
            <a:xfrm>
              <a:off x="7972278" y="378072"/>
              <a:ext cx="4219721" cy="306324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C777F4-9349-4110-8344-B0B0B13BCD83}"/>
                </a:ext>
              </a:extLst>
            </p:cNvPr>
            <p:cNvSpPr txBox="1"/>
            <p:nvPr/>
          </p:nvSpPr>
          <p:spPr>
            <a:xfrm>
              <a:off x="5568459" y="0"/>
              <a:ext cx="16265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12 HPI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2C91A5E-7B29-4706-B200-07AE5BD43CE3}"/>
                </a:ext>
              </a:extLst>
            </p:cNvPr>
            <p:cNvSpPr txBox="1"/>
            <p:nvPr/>
          </p:nvSpPr>
          <p:spPr>
            <a:xfrm>
              <a:off x="9081282" y="0"/>
              <a:ext cx="16265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24 HPI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00BA459-F44A-47E7-8275-B573208EE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4317" y="3279516"/>
              <a:ext cx="4594860" cy="306324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7431181-010A-489D-AC3C-C1189CD93B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64"/>
            <a:stretch/>
          </p:blipFill>
          <p:spPr>
            <a:xfrm>
              <a:off x="7972278" y="3279517"/>
              <a:ext cx="4219722" cy="306324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C4C3CF7-17A4-460F-823A-88E6B83E531E}"/>
                </a:ext>
              </a:extLst>
            </p:cNvPr>
            <p:cNvSpPr txBox="1"/>
            <p:nvPr/>
          </p:nvSpPr>
          <p:spPr>
            <a:xfrm>
              <a:off x="5568459" y="6180963"/>
              <a:ext cx="16265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36 HPI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2C07CC-AA13-4A9E-A167-35ACAA211178}"/>
                </a:ext>
              </a:extLst>
            </p:cNvPr>
            <p:cNvSpPr txBox="1"/>
            <p:nvPr/>
          </p:nvSpPr>
          <p:spPr>
            <a:xfrm>
              <a:off x="9081282" y="6180963"/>
              <a:ext cx="16265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48 HPI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0B76734-329E-4E00-AB9D-AE261CE28EFC}"/>
                </a:ext>
              </a:extLst>
            </p:cNvPr>
            <p:cNvSpPr txBox="1"/>
            <p:nvPr/>
          </p:nvSpPr>
          <p:spPr>
            <a:xfrm>
              <a:off x="4365523" y="3516"/>
              <a:ext cx="392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B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AF3426F-4624-9F24-15ED-8EFBC55756AB}"/>
              </a:ext>
            </a:extLst>
          </p:cNvPr>
          <p:cNvGrpSpPr/>
          <p:nvPr/>
        </p:nvGrpSpPr>
        <p:grpSpPr>
          <a:xfrm>
            <a:off x="-377485" y="0"/>
            <a:ext cx="4594860" cy="2683304"/>
            <a:chOff x="-912647" y="84961"/>
            <a:chExt cx="4594860" cy="268330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FA0C6D8-1E2A-E013-7274-7CA2E6DA7C25}"/>
                </a:ext>
              </a:extLst>
            </p:cNvPr>
            <p:cNvGrpSpPr/>
            <p:nvPr/>
          </p:nvGrpSpPr>
          <p:grpSpPr>
            <a:xfrm>
              <a:off x="-912647" y="84961"/>
              <a:ext cx="4594860" cy="2683304"/>
              <a:chOff x="1523581" y="696074"/>
              <a:chExt cx="9359666" cy="5465852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FD6D7B88-AD08-0059-3689-AA75631042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1523581" y="696074"/>
                <a:ext cx="9359666" cy="5465852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051BA3C-77D3-F874-8C28-5B7CEA7CEA30}"/>
                  </a:ext>
                </a:extLst>
              </p:cNvPr>
              <p:cNvSpPr/>
              <p:nvPr/>
            </p:nvSpPr>
            <p:spPr>
              <a:xfrm>
                <a:off x="3677237" y="875481"/>
                <a:ext cx="3883632" cy="6369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157387C-5BB9-0A11-D1E0-BDF8789688AA}"/>
                </a:ext>
              </a:extLst>
            </p:cNvPr>
            <p:cNvSpPr txBox="1"/>
            <p:nvPr/>
          </p:nvSpPr>
          <p:spPr>
            <a:xfrm>
              <a:off x="-788966" y="116420"/>
              <a:ext cx="464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8410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91BCD6E-CF99-3000-BB4D-426B822F5937}"/>
              </a:ext>
            </a:extLst>
          </p:cNvPr>
          <p:cNvGrpSpPr/>
          <p:nvPr/>
        </p:nvGrpSpPr>
        <p:grpSpPr>
          <a:xfrm>
            <a:off x="1523581" y="696074"/>
            <a:ext cx="9359666" cy="5465852"/>
            <a:chOff x="1523581" y="696074"/>
            <a:chExt cx="9359666" cy="546585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5C6D7C7-C444-2CB7-FB11-3948E6F32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523581" y="696074"/>
              <a:ext cx="9359666" cy="546585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2FCA92F-CCFC-5776-0042-DC7EABCE8785}"/>
                </a:ext>
              </a:extLst>
            </p:cNvPr>
            <p:cNvSpPr/>
            <p:nvPr/>
          </p:nvSpPr>
          <p:spPr>
            <a:xfrm>
              <a:off x="3677237" y="875481"/>
              <a:ext cx="3883632" cy="6369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4388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Gallagher, Molly (CDC/NCIRD/CORVD) (CTR)</dc:creator>
  <cp:lastModifiedBy>pedro castel</cp:lastModifiedBy>
  <cp:revision>4</cp:revision>
  <dcterms:created xsi:type="dcterms:W3CDTF">2026-04-22T18:02:31Z</dcterms:created>
  <dcterms:modified xsi:type="dcterms:W3CDTF">2026-04-22T19:12:31Z</dcterms:modified>
</cp:coreProperties>
</file>