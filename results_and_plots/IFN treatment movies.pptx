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7772400" cy="5761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07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7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942837"/>
            <a:ext cx="6606540" cy="2005695"/>
          </a:xfrm>
        </p:spPr>
        <p:txBody>
          <a:bodyPr anchor="b"/>
          <a:lstStyle>
            <a:lvl1pPr algn="ctr"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3025879"/>
            <a:ext cx="5829300" cy="1390917"/>
          </a:xfrm>
        </p:spPr>
        <p:txBody>
          <a:bodyPr/>
          <a:lstStyle>
            <a:lvl1pPr marL="0" indent="0" algn="ctr">
              <a:buNone/>
              <a:defRPr sz="2016"/>
            </a:lvl1pPr>
            <a:lvl2pPr marL="384048" indent="0" algn="ctr">
              <a:buNone/>
              <a:defRPr sz="1680"/>
            </a:lvl2pPr>
            <a:lvl3pPr marL="768096" indent="0" algn="ctr">
              <a:buNone/>
              <a:defRPr sz="1512"/>
            </a:lvl3pPr>
            <a:lvl4pPr marL="1152144" indent="0" algn="ctr">
              <a:buNone/>
              <a:defRPr sz="1344"/>
            </a:lvl4pPr>
            <a:lvl5pPr marL="1536192" indent="0" algn="ctr">
              <a:buNone/>
              <a:defRPr sz="1344"/>
            </a:lvl5pPr>
            <a:lvl6pPr marL="1920240" indent="0" algn="ctr">
              <a:buNone/>
              <a:defRPr sz="1344"/>
            </a:lvl6pPr>
            <a:lvl7pPr marL="2304288" indent="0" algn="ctr">
              <a:buNone/>
              <a:defRPr sz="1344"/>
            </a:lvl7pPr>
            <a:lvl8pPr marL="2688336" indent="0" algn="ctr">
              <a:buNone/>
              <a:defRPr sz="1344"/>
            </a:lvl8pPr>
            <a:lvl9pPr marL="3072384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24FCD-A03C-4A36-AC70-B3F8FBCF8E66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3177-B308-401A-8CEC-E3C20931E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71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24FCD-A03C-4A36-AC70-B3F8FBCF8E66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3177-B308-401A-8CEC-E3C20931E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343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1436261"/>
            <a:ext cx="6703695" cy="2396431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3855363"/>
            <a:ext cx="6703695" cy="1260227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1pPr>
            <a:lvl2pPr marL="3840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2pPr>
            <a:lvl3pPr marL="76809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3pPr>
            <a:lvl4pPr marL="115214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4pPr>
            <a:lvl5pPr marL="1536192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5pPr>
            <a:lvl6pPr marL="1920240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6pPr>
            <a:lvl7pPr marL="2304288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7pPr>
            <a:lvl8pPr marL="268833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8pPr>
            <a:lvl9pPr marL="307238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24FCD-A03C-4A36-AC70-B3F8FBCF8E66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3177-B308-401A-8CEC-E3C20931E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56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1533609"/>
            <a:ext cx="330327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1533609"/>
            <a:ext cx="330327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24FCD-A03C-4A36-AC70-B3F8FBCF8E66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3177-B308-401A-8CEC-E3C20931E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939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06723"/>
            <a:ext cx="6703695" cy="1113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1412255"/>
            <a:ext cx="3288089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2104379"/>
            <a:ext cx="3288089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1412255"/>
            <a:ext cx="3304282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2104379"/>
            <a:ext cx="3304282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24FCD-A03C-4A36-AC70-B3F8FBCF8E66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3177-B308-401A-8CEC-E3C20931E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50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24FCD-A03C-4A36-AC70-B3F8FBCF8E66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3177-B308-401A-8CEC-E3C20931E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47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24FCD-A03C-4A36-AC70-B3F8FBCF8E66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3177-B308-401A-8CEC-E3C20931E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15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84069"/>
            <a:ext cx="2506801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829484"/>
            <a:ext cx="3934778" cy="4094071"/>
          </a:xfrm>
        </p:spPr>
        <p:txBody>
          <a:bodyPr/>
          <a:lstStyle>
            <a:lvl1pPr>
              <a:defRPr sz="2688"/>
            </a:lvl1pPr>
            <a:lvl2pPr>
              <a:defRPr sz="2352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728311"/>
            <a:ext cx="2506801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24FCD-A03C-4A36-AC70-B3F8FBCF8E66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3177-B308-401A-8CEC-E3C20931E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20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84069"/>
            <a:ext cx="2506801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829484"/>
            <a:ext cx="3934778" cy="4094071"/>
          </a:xfrm>
        </p:spPr>
        <p:txBody>
          <a:bodyPr anchor="t"/>
          <a:lstStyle>
            <a:lvl1pPr marL="0" indent="0">
              <a:buNone/>
              <a:defRPr sz="2688"/>
            </a:lvl1pPr>
            <a:lvl2pPr marL="384048" indent="0">
              <a:buNone/>
              <a:defRPr sz="2352"/>
            </a:lvl2pPr>
            <a:lvl3pPr marL="768096" indent="0">
              <a:buNone/>
              <a:defRPr sz="2016"/>
            </a:lvl3pPr>
            <a:lvl4pPr marL="1152144" indent="0">
              <a:buNone/>
              <a:defRPr sz="1680"/>
            </a:lvl4pPr>
            <a:lvl5pPr marL="1536192" indent="0">
              <a:buNone/>
              <a:defRPr sz="1680"/>
            </a:lvl5pPr>
            <a:lvl6pPr marL="1920240" indent="0">
              <a:buNone/>
              <a:defRPr sz="1680"/>
            </a:lvl6pPr>
            <a:lvl7pPr marL="2304288" indent="0">
              <a:buNone/>
              <a:defRPr sz="1680"/>
            </a:lvl7pPr>
            <a:lvl8pPr marL="2688336" indent="0">
              <a:buNone/>
              <a:defRPr sz="1680"/>
            </a:lvl8pPr>
            <a:lvl9pPr marL="3072384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728311"/>
            <a:ext cx="2506801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24FCD-A03C-4A36-AC70-B3F8FBCF8E66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3177-B308-401A-8CEC-E3C20931E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61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24FCD-A03C-4A36-AC70-B3F8FBCF8E66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3177-B308-401A-8CEC-E3C20931E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64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306722"/>
            <a:ext cx="1675924" cy="48822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306722"/>
            <a:ext cx="4930616" cy="48822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24FCD-A03C-4A36-AC70-B3F8FBCF8E66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3177-B308-401A-8CEC-E3C20931E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306723"/>
            <a:ext cx="6703695" cy="1113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1533609"/>
            <a:ext cx="6703695" cy="3655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5339630"/>
            <a:ext cx="174879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24FCD-A03C-4A36-AC70-B3F8FBCF8E66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5339630"/>
            <a:ext cx="2623185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5339630"/>
            <a:ext cx="174879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A13177-B308-401A-8CEC-E3C20931E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18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68096" rtl="0" eaLnBrk="1" latinLnBrk="0" hangingPunct="1">
        <a:lnSpc>
          <a:spcPct val="90000"/>
        </a:lnSpc>
        <a:spcBef>
          <a:spcPct val="0"/>
        </a:spcBef>
        <a:buNone/>
        <a:defRPr sz="36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024" indent="-192024" algn="l" defTabSz="768096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2264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631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440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809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6192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2024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428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833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238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7" Type="http://schemas.openxmlformats.org/officeDocument/2006/relationships/image" Target="../media/image6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D36519C6-4B74-A7D2-8A5F-B8738444E64B}"/>
              </a:ext>
            </a:extLst>
          </p:cNvPr>
          <p:cNvSpPr txBox="1">
            <a:spLocks/>
          </p:cNvSpPr>
          <p:nvPr/>
        </p:nvSpPr>
        <p:spPr>
          <a:xfrm>
            <a:off x="-955908" y="0"/>
            <a:ext cx="9958240" cy="538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Simulation Movies: IFN treatment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72DCA9-5D7C-4D94-3380-070887946DA0}"/>
              </a:ext>
            </a:extLst>
          </p:cNvPr>
          <p:cNvSpPr txBox="1"/>
          <p:nvPr/>
        </p:nvSpPr>
        <p:spPr>
          <a:xfrm>
            <a:off x="547672" y="453770"/>
            <a:ext cx="2059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IFN = 0.1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C883BA-2A41-86C2-B2F4-9522AD11C832}"/>
              </a:ext>
            </a:extLst>
          </p:cNvPr>
          <p:cNvSpPr txBox="1"/>
          <p:nvPr/>
        </p:nvSpPr>
        <p:spPr>
          <a:xfrm>
            <a:off x="2993392" y="453770"/>
            <a:ext cx="2059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IFN = 1.0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1EB34B-A42D-53D3-2245-235E0A1E81E4}"/>
              </a:ext>
            </a:extLst>
          </p:cNvPr>
          <p:cNvSpPr txBox="1"/>
          <p:nvPr/>
        </p:nvSpPr>
        <p:spPr>
          <a:xfrm>
            <a:off x="5439112" y="453765"/>
            <a:ext cx="2059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IFN = 10.0</a:t>
            </a:r>
          </a:p>
        </p:txBody>
      </p:sp>
      <p:pic>
        <p:nvPicPr>
          <p:cNvPr id="20" name="Picture 19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5A90B04C-E04E-FC63-83C3-0A1FF1517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45" t="4825" r="6386" b="12527"/>
          <a:stretch>
            <a:fillRect/>
          </a:stretch>
        </p:blipFill>
        <p:spPr>
          <a:xfrm>
            <a:off x="413992" y="823230"/>
            <a:ext cx="2327000" cy="2332030"/>
          </a:xfrm>
          <a:prstGeom prst="rect">
            <a:avLst/>
          </a:prstGeom>
        </p:spPr>
      </p:pic>
      <p:pic>
        <p:nvPicPr>
          <p:cNvPr id="21" name="Picture 20" descr="A graph with a number of numbers&#10;&#10;AI-generated content may be incorrect.">
            <a:extLst>
              <a:ext uri="{FF2B5EF4-FFF2-40B4-BE49-F238E27FC236}">
                <a16:creationId xmlns:a16="http://schemas.microsoft.com/office/drawing/2014/main" id="{3CE6EE18-C3D9-3095-1F8E-0E254318E4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45" t="4963" r="6386" b="12389"/>
          <a:stretch>
            <a:fillRect/>
          </a:stretch>
        </p:blipFill>
        <p:spPr>
          <a:xfrm>
            <a:off x="413992" y="3251450"/>
            <a:ext cx="2327000" cy="2332030"/>
          </a:xfrm>
          <a:prstGeom prst="rect">
            <a:avLst/>
          </a:prstGeom>
        </p:spPr>
      </p:pic>
      <p:pic>
        <p:nvPicPr>
          <p:cNvPr id="22" name="Picture 21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1B8E6B65-EA8F-DE7E-B409-4CA4633E6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6" t="4826" r="6445" b="12527"/>
          <a:stretch>
            <a:fillRect/>
          </a:stretch>
        </p:blipFill>
        <p:spPr>
          <a:xfrm>
            <a:off x="2859712" y="823230"/>
            <a:ext cx="2327000" cy="2332030"/>
          </a:xfrm>
          <a:prstGeom prst="rect">
            <a:avLst/>
          </a:prstGeom>
        </p:spPr>
      </p:pic>
      <p:pic>
        <p:nvPicPr>
          <p:cNvPr id="23" name="Picture 22" descr="A graph with a number of colors&#10;&#10;AI-generated content may be incorrect.">
            <a:extLst>
              <a:ext uri="{FF2B5EF4-FFF2-40B4-BE49-F238E27FC236}">
                <a16:creationId xmlns:a16="http://schemas.microsoft.com/office/drawing/2014/main" id="{C92F56FB-BAE5-52B8-FE14-6C45F82192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6" t="4963" r="6445" b="12389"/>
          <a:stretch>
            <a:fillRect/>
          </a:stretch>
        </p:blipFill>
        <p:spPr>
          <a:xfrm>
            <a:off x="2859712" y="3251450"/>
            <a:ext cx="2327000" cy="2332030"/>
          </a:xfrm>
          <a:prstGeom prst="rect">
            <a:avLst/>
          </a:prstGeom>
        </p:spPr>
      </p:pic>
      <p:pic>
        <p:nvPicPr>
          <p:cNvPr id="24" name="Picture 23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F9CBD259-2C83-685C-6203-1315137AA4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1" t="4826" r="6569" b="12527"/>
          <a:stretch>
            <a:fillRect/>
          </a:stretch>
        </p:blipFill>
        <p:spPr>
          <a:xfrm>
            <a:off x="5305432" y="823230"/>
            <a:ext cx="2327000" cy="2332030"/>
          </a:xfrm>
          <a:prstGeom prst="rect">
            <a:avLst/>
          </a:prstGeom>
        </p:spPr>
      </p:pic>
      <p:pic>
        <p:nvPicPr>
          <p:cNvPr id="25" name="Picture 24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8A8A4624-1582-1C10-6415-AC2E5C66DA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1" t="4963" r="6569" b="12389"/>
          <a:stretch>
            <a:fillRect/>
          </a:stretch>
        </p:blipFill>
        <p:spPr>
          <a:xfrm>
            <a:off x="5305432" y="3251450"/>
            <a:ext cx="2327000" cy="233203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ECA9A7-742D-787F-F128-BCC304D7CFF8}"/>
              </a:ext>
            </a:extLst>
          </p:cNvPr>
          <p:cNvSpPr txBox="1"/>
          <p:nvPr/>
        </p:nvSpPr>
        <p:spPr>
          <a:xfrm rot="16200000">
            <a:off x="-1004423" y="1804579"/>
            <a:ext cx="2332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Cell Field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E82495-0081-F725-04C3-379789694157}"/>
              </a:ext>
            </a:extLst>
          </p:cNvPr>
          <p:cNvSpPr txBox="1"/>
          <p:nvPr/>
        </p:nvSpPr>
        <p:spPr>
          <a:xfrm rot="16200000">
            <a:off x="-1004423" y="4232799"/>
            <a:ext cx="2332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IFN Field</a:t>
            </a:r>
          </a:p>
        </p:txBody>
      </p:sp>
    </p:spTree>
    <p:extLst>
      <p:ext uri="{BB962C8B-B14F-4D97-AF65-F5344CB8AC3E}">
        <p14:creationId xmlns:p14="http://schemas.microsoft.com/office/powerpoint/2010/main" val="2417858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18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castel</dc:creator>
  <cp:lastModifiedBy>pedro castel</cp:lastModifiedBy>
  <cp:revision>1</cp:revision>
  <dcterms:created xsi:type="dcterms:W3CDTF">2025-09-05T07:30:58Z</dcterms:created>
  <dcterms:modified xsi:type="dcterms:W3CDTF">2025-09-05T07:34:28Z</dcterms:modified>
</cp:coreProperties>
</file>